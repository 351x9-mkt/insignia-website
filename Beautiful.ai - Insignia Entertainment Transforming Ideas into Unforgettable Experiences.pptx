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3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ype="http://schemas.openxmlformats.org/officeDocument/2006/relationships/presProps" Target="presProps.xml"/>  <Relationship Id="rId10" Type="http://schemas.openxmlformats.org/officeDocument/2006/relationships/viewProps" Target="viewProps.xml"/>  <Relationship Id="rId11" Type="http://schemas.openxmlformats.org/officeDocument/2006/relationships/theme" Target="theme/theme1.xml"/>  <Relationship Id="rId12" Type="http://schemas.openxmlformats.org/officeDocument/2006/relationships/tableStyles" Target="tableStyles.xml"/>  <Relationship Id="rId13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590bb97-9a10-45fd-a570-c431a648c94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4939046-2f63-4b97-b94a-926d51de359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1ddda4e-4a28-4262-a00b-449239650ac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5ee56e1-68e5-4723-a008-ed72eb9c22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e1c3b04-4d23-4a79-b199-9e507f9641d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f229d79-5bdb-4579-9e72-ee81e229c80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23cac85-8478-42ec-88bf-214dbd3d44a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2026-04-28T04:56:08.856Z</dcterms:created>
  <dcterms:modified xsi:type="dcterms:W3CDTF">2026-04-28T04:56:08.856Z</dcterms:modified>
</cp:coreProperties>
</file>